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57200" cy="457200"/>
          </a:xfrm>
          <a:prstGeom prst="rect">
            <a:avLst>
              <a:gd name="adj" fmla="val 16000"/>
            </a:avLst>
          </a:prstGeom>
          <a:solidFill>
            <a:srgbClr val="14241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2179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84124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713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Base + Solana   ·   Real onchain txs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Parasocial.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smart money onchain.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you know who's actually smart.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trading is a billion-dollar market.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Gun does roughly $4B/year in volume. Maestro and Unibot, similar. But none answer the only question that matters: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wallets do you actually trust?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0" y="1280160"/>
            <a:ext cx="0" cy="438912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0" y="16459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“smart money” feeds surface whoever's loudest — not whoever's right. Leaderboards reward visibility, not realized PnL.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credibility score before you ape.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4424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44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Scored, not ranked.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344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PnL, overall win rate, asset-specific win rate, recency. Auto-flags dust-inflated wallets.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8640" y="2834640"/>
            <a:ext cx="344424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8640" y="310896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MIRROR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8640" y="3383280"/>
            <a:ext cx="344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Watch, alert, tap.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58640" y="4114800"/>
            <a:ext cx="344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 catches every trade from a watched wallet. You get a scored alert and a single button. Swap settles in roughly 15 seconds.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2834640"/>
            <a:ext cx="344424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7200" y="310896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ON RAILS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7200" y="3383280"/>
            <a:ext cx="344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Auto-buy on a schedule.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77200" y="4114800"/>
            <a:ext cx="344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/dca ETH 5 hourly base. Runs on a 30-second scheduler. Persists. Every tick hits the same policy gate.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message to onchain tx.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23088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wallets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/wallet auto-creates an EVM key and a Solana keypair. AES-256-GCM encrypted, scrypt-derived per-user.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6140" y="27432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06140" y="3154680"/>
            <a:ext cx="23088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address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6140" y="402336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USDC (and a little gas) to the deposit address. /balance confirms.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27432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154680"/>
            <a:ext cx="23088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or DCA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402336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/watch 0x... for copy-trading. /dca ETH 5 hourly base for scheduled buys. Policies apply to both.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8260" y="27432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38260" y="3154680"/>
            <a:ext cx="23088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826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&amp; broadcast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38260" y="402336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quotes Zerion /swap/offers, signs with viem (EVM) or ed25519 (Solana), broadcasts. Real tx hash.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Telegram message to confirmed tx in roughly 15 seconds.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CREDIBILITY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Realized PnL is the honest signal.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Vitalik.eth shows −99% total PnL — his wallet is polluted by ENS names and received airdrops inflating total-invested.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score auto-detects this and falls back to realized PnL only: +10.3%. That's the number a copy-trader actually needs.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2560320"/>
            <a:ext cx="475488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30632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0.4 · realized_pnl_norm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 · overall_win_rate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+ 0.2 · asset_win_rate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+ 0.1 · recency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5074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≥75  Hot hand  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≥50  Diamond hands  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≥25  Mixed bag    </a:t>
            </a:r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&lt;25  Bag holder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SCOPED POLICIES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swap, every tick, gated.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taps and DCA ticks funnel through one checkPolicy() call. No bypass. No god-mode agent.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$ per trade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4828" y="315468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5760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spend limit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4828" y="365760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052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chains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4828" y="416052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ethereum, base, solana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6344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cap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4828" y="466344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6636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between trades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4828" y="516636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69280"/>
            <a:ext cx="5984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Auto-mirror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4828" y="5669280"/>
            <a:ext cx="4759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by default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surface with a clear reason in the audit log. The schedule keeps running.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primitive. Every path funnels through it.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8229600" cy="73152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 →   grammy runner (concurrent handlers)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8229600" cy="73152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/wallet</a:t>
            </a:r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</a:rPr>
              <a:t>     ·     </a:t>
            </a:r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/watch</a:t>
            </a:r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</a:rPr>
              <a:t>     ·     </a:t>
            </a:r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/dca</a:t>
            </a:r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</a:rPr>
              <a:t>     ·     </a:t>
            </a:r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</a:rPr>
              <a:t>Mirror tap</a:t>
            </a:r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</a:rPr>
              <a:t>     ·     </a:t>
            </a:r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/balance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8229600" cy="1280160"/>
          </a:xfrm>
          <a:prstGeom prst="rect">
            <a:avLst/>
          </a:prstGeom>
          <a:solidFill>
            <a:srgbClr val="142418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PRIMITIVE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buyAssetWithUsdc()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   →   Zerion /swap/offers   →   approve USDC   →   sign (viem or ed25519)   →   broadcast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2651760"/>
            <a:ext cx="0" cy="320040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18320" y="3017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Zerion REST for swap offers, pnl, and history. Zerion CLI kept only for history polling. viem + @solana/web3.js handle signing locally on a per-user key.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WHAT WE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extended Zerion CLI.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ZERION CLI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25780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routing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/swap/offers endpoint for quotes and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analysis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pnl, portfolio, positions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 tx format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+ legacy deserialization reference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971800"/>
            <a:ext cx="525780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004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custodial wallets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4198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+ Solana, AES-256-GCM + scrypt per-user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3657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scoring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8770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PnL, win rate, asset win rate, recency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4114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interface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43342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grammy + runner for concurrent handlers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45720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scheduler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47914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tick, persisted in SQLite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5029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policy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52486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caps, one checkPolicy() gate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54864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buyAssetWithUsdc()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57058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primitive for mirror + DCA + future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bots need unattended wallet generation per user. The CLI's interactive wallet create wasn't bot-shaped. Full friction log in repo.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0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bot — @FrankRealBot.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demo running 24/7 on Railway with a persistent SQLite volume. Code open-source. Real onchain txs confirmed on Basescan and Solscan.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4442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47472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79476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t.me/FrankRealBot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8640" y="3474720"/>
            <a:ext cx="34442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8640" y="347472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8680" y="379476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78680" y="42062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github.com/frederik-maker/parasocial-bot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77200" y="3474720"/>
            <a:ext cx="34442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323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7200" y="347472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7240" y="379476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97240" y="42062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video link 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swap signed by a per-user key. Every swap policy-gated. No simulations.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640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0312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Parasocial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Frederik Bussler.  Forked Zerion CLI.  Real onchain.  No god-mode agents.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× ZERION  ·  APR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2323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Parasocial</dc:title>
  <dc:subject>PptxGenJS Presentation</dc:subject>
  <dc:creator>Frederik Bussler</dc:creator>
  <cp:lastModifiedBy>Frederik Bussler</cp:lastModifiedBy>
  <cp:revision>1</cp:revision>
  <dcterms:created xsi:type="dcterms:W3CDTF">2026-04-20T04:20:18Z</dcterms:created>
  <dcterms:modified xsi:type="dcterms:W3CDTF">2026-04-20T04:20:18Z</dcterms:modified>
</cp:coreProperties>
</file>